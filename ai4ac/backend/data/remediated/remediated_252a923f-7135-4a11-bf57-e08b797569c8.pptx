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A screenshot shows a webpage titled &quot;Schedule of Lecture Topics (2021)&quot;. Below this title, there is a subheading &quot;Schedule of Classes&quot;. The main content is a table with three columns: &quot;Wk Date&quot;, &quot;Topic&quot;, &quot;Reading(s)*&quot;, and &quot;Notes&quot;. The table lists lecture topics such as &quot;Introduction to Course&quot;, &quot;History &amp; Philosophy&quot;, and &quot;Physiology of Perception&quot;, along with corresponding dates and reading materials. At the bottom of the table, there is a video thumbnail with a play button, suggesting that a video is available for the &quot;Pain&quot; topic. The overall layout is clean and organized, typical of an educational course website.">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The image displays two views of a human brain against a stark black background. The top portion features a frontal view of the brain, bisected vertically down the midline. This reveals the characteristic gyri (folds) and sulci (grooves) of the cerebral cortex, appearing in shades of tan and brown. Dark blue or black veins are prominent, tracing intricate pathways across the surface. The bottom portion of the image shows a superior (top-down) view of the entire brain. Again, the complex folding of the cerebral cortex is evident, with clear distinctions between the hemispheres. The lighting highlights the texture and depth of the brain's surface, emphasizing its convoluted topography. The context of &quot;Brain as Center of Perception&quot; and the course information &quot;PSYCH 4041 / 6014&quot; suggests this image is used for an educational purpose in psychology, likely illustrating the physical structure of the brain in relation to its perceptual functions.">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A micrograph shows a dense network of neurons. The neurons are stained dark red, contrasting sharply with a bright orange background. Each neuron has a distinct triangular-shaped cell body, from which numerous branching dendrites extend outwards, forming a complex web of connections. The image captures a cross-section of brain tissue, illustrating the intricate structure and interconnectedness of these fundamental units of the nervous system.">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The image is a lateral view of the human brain, highlighting different lobes and their primary sensory functions. The brain is depicted with its characteristic wrinkled surface. Labels point to the frontal lobe, labeled as involved with integrating sensory functions. The parietal lobe is shown and identified as the area for skin senses. The temporal lobe, associated with hearing, is also indicated. Finally, the occipital lobe, responsible for vision, is labeled at the posterior part of the brain. The cerebellum is visible at the base of the brain, colored in grey and ribbed. A portion of the brainstem, colored in orange, connects the cerebrum to the spinal cord.">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displays five distinct types of receptor neurons, each labeled with a letter and a corresponding sensory modality: (a) Vision, (b) Hearing, (c) Touch, (d) Smell, and (e) Taste. Each illustration depicts a stylized representation of a neuron with specialized structures related to its function. The title, &quot;Neurons: Transduction &amp; Transmission,&quot; and the introductory text, &quot;Receptors - specialized neurons that respond to specific kinds of energy,&quot; provide context that these neurons are sensory receptors involved in converting external stimuli into neural signals.&#10;&#10;Specifically, (a) Vision shows a rod-shaped cell with a stacked outer segment, indicative of photoreceptor cells in the eye. (b) Hearing illustrates a neuron within a gelatinous structure, likely representing a hair cell in the inner ear. (c) Touch depicts a neuron with a branched, bulbous receptive ending, possibly a mechanoreceptor in the skin. (d) Smell shows two neurons with cell bodies situated in a layered tissue, featuring dendritic endings that extend towards the surface, characteristic of olfactory receptor neurons. (e) Taste presents a spindle-shaped neuron with a cluster of cilia-like structures at its apical end and a nerve fiber extending from its base, representing a taste receptor cell. Each of these neuron diagrams is marked with an asterisk (*), further highlighting them as examples of receptors. The consistent background color and vertical divisions between the illustrations create a clear, comparative presentation of these sensory receptor types.">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shows a neuron, illustrating the process of transduction and transmission of a signal. On the left, a rounded structure labeled &quot;Touch receptor&quot; receives a &quot;Stimulus from environment,&quot; indicated by a red arrow. This stimulus is then converted into an &quot;Electrical signal,&quot; shown as red arrows traveling along a &quot;Nerve fiber.&quot; This nerve fiber connects to the main body of the neuron. The neuron itself is depicted with a prominent &quot;Cell body&quot; at its center, from which numerous branching structures called &quot;Dendrites&quot; extend. A long projection, the &quot;Axon or nerve fiber,&quot; extends from the cell body. The electrical signal travels along this axon, passing through segments that appear to be myelinated. The diagram also indicates a &quot;Synapse,&quot; representing the junction where the signal is transmitted from one neuron to another, though the receiving neuron is not fully shown. The overall visual emphasizes the sequential nature of neural communication, from stimulus reception to signal propagation along the neuron.">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The main trend shows the change in electrical potential inside a nerve fiber over time as a nerve impulse passes. It starts at a resting potential, becomes more positive (depolarizes), then returns to negative (repolarizes), and finally rests again.&#10;&#10;2. The y-axis represents the electrical charge inside the nerve fiber relative to the outside, measured in millivolts (mV). The x-axis represents time.&#10;&#10;3. The graphs illustrate the transient change in the electrical potential of a neuron as it generates and propagates an action potential. The initial graph shows the stable resting potential. Subsequent graphs depict the rapid rise in potential (depolarization) as sodium ions enter the neuron, followed by a fall (repolarization) as potassium ions exit, eventually returning to the resting potential.">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The main trend is that as the intensity of stimulation increases, the rate and regularity of nerve firing also increase.&#10;2. The horizontal axis represents time, with an arrow indicating the direction of time progression. The vertical axis represents the response of a nerve fiber, indicated by vertical lines representing nerve impulses or &quot;firings.&quot; The three rows, labeled (a), (b), and (c), represent responses to soft, medium, and strong stimulation, respectively.&#10;3. The diagram shows three rows of vertical lines against a horizontal timeline. Each row represents the firing of a nerve fiber under different stimulus intensities. Row (a), representing soft stimulation, shows fewer and more spaced-out firings. Row (b), representing medium stimulation, shows more frequent and slightly more regular firings. Row (c), representing strong stimulation, shows the most frequent and regular firings. The diagram indicates a period where &quot;Pressure on&quot; and &quot;Pressure off,&quot; signifying the duration of the stimulus.">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synaptic transmission of nerve impulses in three stages, labeled (a), (b), and (c).&#10;&#10;In stage (a), a stimulus is shown impinging on a receptor, which then generates a nerve impulse that travels down an axon towards a receiving neuron. The receiving neuron is depicted with its cell body and dendrites. An enlarged view of the junction between the axon and the receiving neuron is presented in the subsequent stages.&#10;&#10;Stage (b) provides a magnified view of the synapse, the junction where the axon of the sending neuron communicates with the receiving neuron. The axon terminal of the sending neuron contains synaptic vesicles filled with neurotransmitter molecules. These vesicles are shown releasing neurotransmitter molecules into the synaptic cleft, the space between the two neurons. The receiving neuron's membrane is depicted with receptor sites ready to bind these neurotransmitter molecules.&#10;&#10;Stage (c) offers a further close-up of the receptor sites on the receiving neuron's membrane. Multiple red, spherical neurotransmitter molecules are shown interacting with these receptor sites, indicated by the indentation-like structures on the surface of the receiving neuron. This binding initiates a signal in the postsynaptic neuron. The overall illustration visually breaks down the process of chemical signaling between neurons.">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image is a close-up, stylized 3D illustration depicting the process of synaptic transmission. In the foreground, large, bulbous, salmon-colored structures with smooth, curved surfaces dominate the frame, appearing to be part of a neural network. These structures are partially intertwined, creating a sense of depth. A purple, amorphous background substance grounds these forms. Overlayed on these structures, in a yellow, cursive font, is the text &quot;Synaptic Transmission.&quot; To the right of the text and structures, a smaller, more detailed representation of a neuron is visible. This neuron has a bright orange cell body with a radiating network of thin, reddish-brown dendrites branching out. A thin, white line extends downwards from the cell body, culminating in a bright white light, symbolizing the transmission of a signal. The overall aesthetic is dark, with the primary elements highlighted by ambient lighting, suggesting a scientific or educational context.">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The main trend shows how the charge inside a nerve fiber changes in response to excitatory and inhibitory neurotransmitters, and how these changes relate to the threshold for triggering an action potential.&#10;2. The y-axis represents the charge inside the nerve fiber, with values ranging from -70 to 0. The x-axis in panel (a) represents depolarization, and in panel (b) represents hyperpolarization.&#10;3. Panel (a) shows a temporary increase in the positive charge inside the nerve fiber, moving it closer to the threshold required to trigger an action potential. Panel (b) shows a temporary decrease in the positive charge inside the nerve fiber, moving it further away from the threshold required to trigger an action potential. The dashed line indicates the level of charge needed to trigger an action potential.">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graph shows a constant firing rate for neuron &quot;B&quot; regardless of the number of receptors stimulated. The y-axis represents the firing rate of neuron &quot;B&quot;, and the x-axis represents different combinations of stimulated receptors.">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positive linear relationship between the number of receptors stimulated and the firing rate of neuron B. The x-axis represents the number of receptors stimulated, categorized into ranges like &quot;4&quot;, &quot;3-5&quot;, &quot;2-6&quot;, and &quot;1-7&quot;. The y-axis represents the firing rate of neuron B, measured in arbitrary units. As more receptors are stimulated, the firing rate of neuron B increases proportionally.">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1. **Main trend:** The firing rate of neuron &quot;B&quot; increases as the number of stimulated receptors in the central group (receptors 3-5) increases, and then decreases as the stimulation shifts to the outer receptors.&#10;2. **Axes:** The y-axis represents the firing rate of neuron &quot;B&quot;. The x-axis represents groups of receptors that are stimulated, ranging from a central group (3-5) to more peripheral groups (4, 2-6, 1-7).">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center-surround receptive fields. Part (a) shows a planar surface with an oval-shaped region divided into a central area labeled &quot;B&quot; and a surrounding area labeled &quot;C&quot;. The central area &quot;B&quot; is marked with a green plus sign (+), indicating excitation, while the surrounding area &quot;C&quot; is marked with red minus signs (-), indicating inhibition. Outside this receptive field, there are two points labeled &quot;A&quot;. To the right of this depiction are three graphs labeled &quot;A&quot;, &quot;B&quot;, and &quot;C&quot;, representing neural responses over time. Graph &quot;A&quot; shows sporadic, low-frequency spikes. Graph &quot;B&quot; shows a burst of high-frequency spikes upon encountering an &quot;On&quot; stimulus and then a return to low activity. Graph &quot;C&quot; shows an initial spike upon encountering an &quot;On&quot; stimulus, followed by a period of inhibition, and then a burst of high-frequency spikes upon encountering an &quot;Off&quot; stimulus, followed by low activity. Part (b) provides a magnified view of a circular receptive field with an inner circle containing green plus signs (+) and an outer ring containing red minus signs (-), explicitly labeled as &quot;Receptive field&quot;. The context states that these fields exhibit excitatory and inhibitory effects, with &quot;center-surround&quot; being a key characteristic, leading to two types: &quot;Excitatory-center-inhibitory surround&quot; and &quot;Inhibitory-center-excitatory surround&quot;. The diagram aligns with the &quot;Excitatory-center-inhibitory surround&quot; model, where stimulation of the center (+) leads to excitation (as shown in graph B), and stimulation of the surround (-) leads to inhibition. The &quot;Off&quot; response in graph C suggests a reciprocal mechanism or a different type of cell.">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The main trend shown is that the neural response, represented by the frequency of vertical lines, varies depending on which part of a circular receptive field is stimulated.&#10;2. The top row shows diagrams of circular receptive fields with different stimulation patterns. The bottom row shows bar graphs representing the neural response over time. The x-axis of these graphs represents time, and the height of the bars represents the magnitude of the neural response. The arrow labeled &quot;On&quot; indicates the point in time when stimulation begins.&#10;3. The response is highest when only the central excitatory region is stimulated, lowest when only the surrounding inhibitory region is stimulated, and intermediate when both regions are stimulated or when the stimulation covers the entire field.">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The diagram illustrates the concept of specificity coding in neuroscience, which proposes that specific neurons respond to specific stimuli. The visual elements consist of three portraits on the left, labeled as (a) Bill, (b) Mary, and (c) Raphael, representing different stimuli. To the right of each portrait is a horizontal line representing a neuron's activity over time, with vertical spikes indicating neural firing.&#10;&#10;The diagram shows a distinct pattern of neural activity for each individual. When presented with the stimulus of &quot;Bill,&quot; Neuron 1 shows a burst of activity, represented by multiple vertical spikes clustered together. Neurons 2 and 3 show no activity for this stimulus. Conversely, when the stimulus is &quot;Mary,&quot; Neuron 2 exhibits a similar burst of activity, while Neuron 1 and Neuron 3 remain inactive. Finally, for the stimulus of &quot;Raphael,&quot; Neuron 3 fires, with a cluster of vertical spikes, while Neurons 1 and 2 are silent.&#10;&#10;The relationship between the visual elements is that each portrait (stimulus) is directly correlated with the activity of a single, specific neuron. This demonstrates the core principle of specificity coding: one neuron is dedicated to recognizing and responding to one particular stimulus, suggesting a one-to-one mapping between stimuli and neural responses. The absence of firing in other neurons for each stimulus further emphasizes this specificity.">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The diagram illustrates the concept of distributed coding in neuroscience, showing how patterns of neural firing represent different stimuli. On the left, under the &quot;Stimulus&quot; column, are portraits of four individuals: (a) Bill, (b) Mary, (c) Raphael, and (d) Roger. To the right of each individual's portrait, under the columns labeled &quot;Neuron 1,&quot; &quot;Neuron 2,&quot; and &quot;Neuron 3,&quot; are rows of horizontal lines with vertical spikes. These spikes represent neural activity or action potentials.&#10;&#10;Each row displays the firing patterns of three neurons in response to a specific stimulus (one of the individuals). For example, when viewing Bill, Neuron 1 shows a dense burst of spikes, while Neurons 2 and 3 show sparser, distinct patterns of spikes. Similarly, viewing Mary elicits different firing patterns across the three neurons, with Neuron 1 showing a few spikes, Neuron 2 a dense cluster, and Neuron 3 another distinct pattern. The diagram suggests that the specific combination and timing of neuronal firing across a network of neurons (distributed coding) is what allows the brain to represent and distinguish between various stimuli, such as different faces.">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The diagram is a cross-section of a nerve fiber, depicted as a hollow, elongated yellow tube with an orange interior. Blue spheres labeled &quot;Na+&quot; are scattered around the outside of the tube, and a few are inside. Red spheres labeled &quot;K+&quot; are predominantly located within the orange interior of the tube, with a few also present outside. This distribution visually represents the higher concentration of sodium ions outside the nerve fiber and potassium ions inside.">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