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This is a screenshot of a schedule of lecture topics for a course in 2021. The schedule is presented in a table with columns for Week, Date, Topic, Readings, and Notes. The topics cover introductory material, history and philosophy of the subject, methods and techniques, psychophysics, signal detection theory, physiology of perception, neuroimaging, cutaneous senses, and pain. The schedule also includes links to relevant readings and a video related to pain.">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The photograph displays two views of a human brain against a black background. The top image shows a superior view of the brain, split down the midline, revealing both hemispheres. The cerebral cortex is highly convoluted, with visible gyri and sulci. Dark blue and black vessels are prominent within the sulci. The brain tissue is a mottled brown and beige color, with some lighter, possibly dried, areas. The bottom image presents an inferior view of the entire brain, again showcasing the wrinkled texture of the cortex and the vascular network. The overall impression is of a preserved specimen, highlighting the intricate structure of the brain's surface. The context provided, &quot;Brain as Center of Perception&quot; and the course information, suggests this image is used for educational purposes to illustrate the physical basis of sensory processing and cognitive functions.">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The image is a microscopic view of neurons, stained dark red against a warm, orange-yellow background. The neurons have distinct triangular or pyramidal cell bodies (somata) from which numerous branching dendrites extend. These intricate networks of dendrites create a complex, web-like pattern across the image, suggesting extensive neural connections. The overall impression is one of biological complexity and the fundamental structure of the nervous system. The context provided, &quot;Made Up of Neurons…. PSYCH 4041 / 6014,&quot; confirms that this is a scientific illustration related to psychology or neuroscience, likely used in an academic setting.">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is is a lateral view illustration of the human brain. The image displays the cerebrum, which is divided into four lobes: the frontal lobe, temporal lobe, parietal lobe, and occipital lobe. Labels indicate the frontal lobe, temporal lobe (associated with hearing), parietal lobe (associated with skin senses), and occipital lobe (associated with vision). The cerebellum is visible at the bottom and back of the brain, with a striated texture. The overall color of the brain tissue is a reddish-brown, with some lighter and darker shading to indicate the gyri (folds) and sulci (grooves) of the cerebral cortex. The cerebellum appears darker gray, and a portion of the brainstem is colored yellow. The text accompanying the figure, &quot;Figure 2.3 The human brain, showing the locations of the primary receiving areas for the senses in the temporal, occipital, and parietal lobes, and the frontal lobe, which is involved with integrating sensory functions,&quot; directly corresponds to the visual information presented, highlighting the functional localization of sensory processing within specific brain regions.">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stinct types of sensory receptor neurons, each labeled with a letter (a) through (e) and associated with a sensory modality: vision, hearing, touch, smell, and taste. Each illustration showcases the specialized structure of these neurons. Panel (a) shows a rod cell, elongated with stacked discs at one end, representing a visual receptor. Panel (b) depicts a hair cell, with cilia extending from its top, characteristic of auditory receptors. Panel (c) illustrates a Merkel cell, a more amorphous cell with nerve endings, representing a touch receptor. Panel (d) shows olfactory receptor neurons with cilia extending from their apical surface, embedded in epithelial tissue, for smell. Finally, panel (e) presents a taste receptor cell, characterized by its goblet shape and microvilli at the apical end. An asterisk marks a key feature or the receptive portion of each neuron. The overall arrangement visually contrasts the diverse morphologies adapted for different sensory inputs within the context of neuronal transduction and transmission.">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neural transduction and transmission. On the left, a round, textured structure labeled &quot;Touch receptor&quot; is shown receiving a &quot;Stimulus from environment&quot; indicated by a red arrow. This stimulus is then transmitted along a &quot;Nerve fiber&quot; as an &quot;Electrical signal,&quot; depicted by red arrows. This nerve fiber leads to a synapse, which is a junction connecting to the main body of a neuron. The neuron itself is composed of a central &quot;Cell body&quot; containing a nucleus, and numerous branched extensions called &quot;Dendrites&quot; radiating from it. Extending from the cell body is a long fiber, the &quot;Axon or nerve fiber,&quot; which carries the electrical signal further, as shown by another red arrow, to its terminal branches on the right side of the diagram. The labels clearly identify the key components involved in receiving, processing, and transmitting neural information.">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diagrams and graphs illustrate the generation and propagation of an action potential along a nerve fiber. Initially, the neuron is at its resting potential. Upon stimulation, the membrane potential rapidly increases (depolarization), reaches a peak, and then decreases (repolarization) back to or below the resting potential before returning to the resting level. This change in electrical charge travels along the axon.&#10;&#10;2. **Axes:** The graphs on the right show the electrical potential difference across the nerve fiber membrane over time or as an action potential propagates.&#10;    * **Y-axis:** This axis represents the &quot;Charge inside fiber relative to outside&quot; measured in millivolts (mV). It shows the difference in electrical potential between the inside and outside of the nerve fiber.&#10;    * **X-axis:** This axis represents &quot;Time&quot; in the top graph, indicating the progression of the electrical event over time. In the subsequent graphs, the x-axis represents the spatial propagation of the action potential along the fiber.&#10;&#10;3. **N/A**&#10;&#10;4. **Contextual explanation of labels:**&#10;    * **Resting potential:** This label indicates the stable electrical charge difference across the nerve fiber membrane when it is not actively transmitting a signal. In the graph, it is shown as a constant negative value (e.g., -70 mV), meaning the inside of the fiber is negatively charged relative to the outside.&#10;    * **+40:** This label represents the peak positive electrical charge reached inside the fiber during the depolarization phase of an action potential.&#10;    * **Back at resting level:** This label indicates that the electrical charge across the nerve fiber membrane has returned to its initial resting potential after the action potential has passed.">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Main Trend:** The intensity of stimulation directly correlates with the rate of nerve firing; stronger stimulation leads to more frequent and more regular nerve impulses.&#10;2.  **Axes:** The horizontal axis represents time, showing the duration of the stimulus. The vertical axis, while not explicitly labeled with a numerical scale, represents the occurrence of nerve impulses (action potentials), depicted as vertical spikes. The different rows (a, b, and c) represent increasing levels of stimulus intensity, from soft to medium to strong.&#10;3.  **Individual Points:** Not applicable.&#10;4.  **Contextual Explanation:** The diagram illustrates how a nerve fiber responds to varying levels of pressure. The vertical lines represent individual nerve impulses or action potentials. The labels &quot;Pressure on&quot; and &quot;Pressure off&quot; indicate the period during which the stimulus is applied and removed, respectively. The sections labeled (a), (b), and (c) correspond to responses to soft, medium, and strong pressure, respectively. The text indicates that increasing stimulus strength leads to both a higher frequency (more spikes in a given time) and greater regularity (more evenly spaced spikes) of nerve firing.">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the process of synaptic transmission of nerve impulses. Panel (a) shows a stimulus activating a receptor, which then transmits a nerve impulse along an axon towards a receiving neuron. Panel (b) is a magnified view of the synapse, showing the axon terminal of the sending neuron containing synaptic vesicles filled with neurotransmitter molecules. These vesicles are shown releasing neurotransmitters into the synaptic cleft. Panel (c) is a further magnified view, depicting the neurotransmitter molecules binding to specific receptor sites on the membrane of the receiving neuron. The visual elements emphasize the sequential nature of signal transmission from stimulus to receptor, through the axon, and across the synaptic gap via neurotransmitters to the next neuron.">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image is a digital illustration that depicts a stylized representation of a synapse, the junction between two nerve cells. The foreground features a purple, amorphous structure that forms the base for several bulbous, pinkish-orange structures. These bulbous structures are connected by thick, curving tubes, resembling a network or pathways. The text &quot;Synaptic Transmission&quot; is written in a flowing, yellow script across the lower portion of the image, superimposed over these biological-looking forms.&#10;&#10;In the background, a simplified, orange neuron is visible on the right side. It has a central, glowing orange cell body with numerous small, branching dendrites extending upwards and outwards. A thin, glowing line descends from the cell body towards the foreground structures, representing an axon or the transmission of a signal. The overall aesthetic is smooth and slightly glossy, with a dark, black background that makes the colorful elements stand out. The visual elements are abstract and simplified, likely intended to convey the concept of neural communication in an accessible way for a video titled &quot;Synaptic Transmission.&quot;">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 shown in the two graphs is how excitatory and inhibitory neurotransmitters affect the charge inside a neuron, specifically in relation to the threshold needed to trigger an action potential. Graph (a) shows a temporary increase in the positive charge inside the neuron (depolarization) caused by excitatory neurotransmitters, which moves the charge closer to the action potential threshold. Graph (b) shows a temporary decrease in the positive charge inside the neuron (hyperpolarization) caused by inhibitory neurotransmitters, which moves the charge further away from the action potential threshold.&#10;&#10;2. The vertical axis represents the &quot;Charge inside fiber,&quot; indicating the electrical potential difference across the neuron's membrane. The horizontal axis represents time or the progression of the neurotransmitter's effect, labeled as &quot;Depolarization (Excitatory)&quot; for the top graph and &quot;Hyperpolarization (Inhibitory)&quot; for the bottom graph. A dashed line indicates the &quot;Level to trigger an action potential,&quot; which is the threshold voltage that must be reached for an electrical signal to be generated in the neuron.&#10;&#10;3. The graphs illustrate how excitatory neurotransmitters cause the charge inside the neuron to become more positive, moving towards the action potential threshold. In contrast, inhibitory neurotransmitters cause the charge inside the neuron to become more negative, moving away from the action potential threshold.">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main trend shown in the graph is that the firing rate of neuron B remains constant regardless of the combination of receptors stimulated. The horizontal axis represents different combinations of stimulated receptors, such as individual receptors (e.g., 4) and groups of receptors (e.g., 3-5, 2-6, 1-7). The vertical axis represents the firing rate of neuron B, with values ranging from 0 to 7.">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positive linear relationship between the number of stimulated receptors and the firing rate of neuron &quot;B&quot;. The horizontal axis represents the number of receptors stimulated, grouped into ranges (e.g., &quot;4&quot;, &quot;3-5&quot;, &quot;2-6&quot;, &quot;1-7&quot;). The vertical axis represents the firing rate of neuron &quot;B&quot;, measured in some arbitrary units. As the number of stimulated receptors increases, the firing rate of neuron &quot;B&quot; also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The graph shows the firing rate of a neuron labeled &quot;B&quot; as a function of different groups of receptors being stimulated. The x-axis represents the receptors stimulated, with categories like &quot;4&quot;, &quot;3-5&quot;, &quot;2-6&quot;, and &quot;1-7&quot;. The y-axis represents the firing rate of neuron &quot;B&quot;, ranging from 0 to 7.&#10;&#10;The main trend illustrated by the graph is that stimulating receptors 3-5 results in the highest firing rate of neuron &quot;B&quot;. As the stimulation moves to receptors further away from this central group (either towards lower numbered receptors like 4 or higher numbered receptors like 2-6 and 1-7), the firing rate of neuron &quot;B&quot; decreases. This suggests a receptive field organization where the central receptors have the strongest influence, and peripheral stimulation leads to inhibition or reduced excitation.">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which are fundamental to visual processing. Panel (a) shows a light-sensitive surface with three regions labeled A, B, and C. Region B is a central oval surrounded by a larger oval region C, both of which are situated on a larger rectangular surface labeled A. The inner circle within B is marked with green plus signs, indicating an excitatory effect, while the surrounding oval C is marked with red minus signs, indicating an inhibitory effect. The outer region of the rectangular surface is also labeled A. To the right of this visual representation, three rows of vertical bars represent neural activity in response to stimuli. Row A shows sporadic, low-frequency firing. Row B shows high-frequency firing when an &quot;On&quot; stimulus is presented and then ceases. Row C shows an initial burst of firing followed by sustained firing when an &quot;Off&quot; stimulus is presented. This suggests that region B, with its excitatory center and inhibitory surround, responds preferentially to light falling on its center. Panel (b) provides a clearer, top-down view of a receptive field. It depicts a central circular area filled with green plus signs, signifying excitation, surrounded by an annular region filled with red minus signs, signifying inhibition. The text below this diagram labels it as &quot;Receptive field.&quot; Together, the diagrams and associated neuronal firing patterns demonstrate how the center-surround organization of receptive fields can create opposing excitatory and inhibitory responses, leading to specific neural outputs for different light stimuli, such as detecting the onset (&quot;On&quot;) or offset (&quot;Off&quot;) of light within the receptive field.">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Main Trend:** The diagram illustrates that the neural response changes based on which part of a receptive field is stimulated. Specifically, stimulation of the central excitatory area alone yields the highest response, while stimulation of the surrounding inhibitory area alone yields the lowest response. When both areas are stimulated simultaneously, the response is intermediate, indicating an antagonistic interaction.&#10;&#10;2. **Axes:**&#10;    *   The top row of diagrams represents different stimulation conditions of a receptive field, which has a central excitatory region (indicated by '+') and a surrounding inhibitory region (indicated by '-'). The colored circles indicate the area being stimulated.&#10;    *   The bottom row of graphs shows the neural output in response to stimulation. The vertical axis represents the firing rate of neurons (indicated by the height and density of the vertical lines, representing action potentials). The horizontal axis represents time, with the &quot;On&quot; arrow indicating when the stimulation begins.&#10;&#10;3. **Individual Points:** Not applicable.&#10;&#10;4. **Contextual Explanation:** The diagrams depict a model of how neurons in the visual system respond to light. The receptive field is divided into a central &quot;on&quot; area that excites the neuron and a surrounding &quot;off&quot; area that inhibits it. This arrangement, known as center-surround antagonism, is crucial for detecting contrast and edges in the visual field. The graphs below each stimulation scenario show the resulting pattern of neuronal firing. A higher density of vertical lines signifies a higher firing rate. The &quot;On&quot; label denotes the onset of light stimulation.">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diagram illustrates the concept of specificity coding in neurons. The left column displays three distinct stimuli, represented by portraits of individuals: (a) Bill, (b) Mary, and (c) Raphael. The right side of the diagram is divided into columns labeled &quot;Neuron 1,&quot; &quot;Neuron 2,&quot; and &quot;Neuron 3.&quot; Each row corresponds to one of the stimuli. Within each row, under the neuron labels, are horizontal lines representing the baseline activity of the neurons. Vertical lines, or &quot;spikes,&quot; are superimposed on these lines to indicate neuronal firing.&#10;&#10;Specifically, when presented with the stimulus of Bill, Neuron 1 fires a series of spikes. Neuron 2 and Neuron 3 show no firing in response to Bill. When presented with Mary, Neuron 2 fires a series of spikes, while Neuron 1 and Neuron 3 remain inactive. Finally, when presented with Raphael, Neuron 3 fires a series of spikes, and Neuron 1 and Neuron 2 show no activity. This pattern visually demonstrates the principle of specificity coding, where each specific stimulus (Bill, Mary, or Raphael) elicits a response from a distinct, dedicated neuron (Neuron 1, Neuron 2, or Neuron 3, respectively).">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1. **Main Trend:** The diagram illustrates how different stimuli (represented by individuals' faces) elicit distinct patterns of neural firing across multiple neurons. Each stimulus activates a unique combination and temporal sequence of &quot;spikes&quot; (vertical lines) in Neurons 1, 2, and 3.&#10;&#10;2. **Axes:**&#10;    * The vertical axis is not explicitly labeled but represents the activity or firing of individual neurons. The vertical lines (spikes) indicate neural impulses or action potentials.&#10;    * The horizontal axis represents time, showing the sequence of neural firing over a period.&#10;&#10;3. **Explanation of Labels:**&#10;    * **Stimulus:** This column shows different individuals: (a) Bill, (b) Mary, (c) Raphael, and (d) Roger. These represent distinct sensory inputs or objects being perceived.&#10;    * **Neuron 1, Neuron 2, Neuron 3:** These columns show the pattern of neural activity over time for each of the three neurons in response to a given stimulus. The vertical lines represent the firing of a neuron, indicating it is sending a signal. The distribution and timing of these firings across the three neurons create a unique &quot;code&quot; for each stimulus.">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shows a cross-section of a nerve fiber, depicted as a yellow tube filled with orange material. Scattered around the outside of the nerve fiber are several blue spheres labeled &quot;Na+&quot;. Inside the nerve fiber, there are several red spheres labeled &quot;K+&quot;. This visual representation illustrates the differential concentration of sodium and potassium ions across the nerve fiber membrane, with a higher concentration of sodium ions outside and a higher concentration of potassium ions inside.">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