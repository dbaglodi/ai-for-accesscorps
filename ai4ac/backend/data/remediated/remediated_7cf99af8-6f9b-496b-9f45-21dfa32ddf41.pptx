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is is a screenshot of a lecture schedule for the year 2021. The schedule is presented in a table format with columns for Week (Wk), Date, Topic, and Reading(s). The topics covered include an introduction to the course, history and philosophy, methods and techniques, psychophysics, physiology of perception, neuroimaging, cutaneous senses, and pain. There are also notes and links to readings, including a syllabus and additional resources. The schedule also indicates a school holiday for MLK Day.">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A top-down, two-part view of a human brain on a black background. The upper image shows the brain split down the middle, revealing the cerebral hemispheres. The lower image shows the whole brain viewed from above. The brain is brown and has a highly convoluted surface with visible blood vessels.">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e image, which is part of a PSYCH 4041 / 6014 course from January 24, 2021, is a microscopic view of neurons. The neurons are stained dark red against a textured, golden-yellow background. Each neuron has a distinct cell body, appearing as a dark, roughly triangular or pear-shaped structure. Extending from these cell bodies are numerous thin, branching dendrites, which create a complex, web-like network throughout the image. Some of the dendrites appear to be axon extensions, which are also branching. The focus is on the intricate structure and connections of these nerve cells, suggesting a study of neural anatomy or function.">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A lateral view of the human brain is shown, with labels indicating key lobes and their primary sensory functions. The frontal lobe is labeled on the left, and the text notes its role in integrating sensory functions. The temporal lobe, located below the frontal lobe and slightly anterior, is labeled with its association with hearing. Moving towards the back of the brain, the parietal lobe, responsible for skin senses, is labeled at the top. Finally, the occipital lobe, dedicated to vision, is labeled at the posterior end of the brain. The cerebellum is visible at the base of the brain, colored in gray. The overall illustration depicts the gyri and sulci of the cerebral cortex, and the primary sensory processing areas are highlighted through labeling.">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receptor cells, each associated with a different sensory modality, illustrating the concept of transduction in neurons. From left to right, they are labeled as follows: (a) Vision, (b) Hearing, (c) Touch, (d) Smell, and (e) Taste. Each panel shows a stylized representation of a neuron-like structure adapted for its specific sensory function. Panel (a) shows a rod-shaped cell with stacked discs at its apical end, resembling a photoreceptor. Panel (b) depicts a complex cell with hair-like projections, possibly representing a hair cell in the cochlea. Panel (c) features a bulbous structure with branching nerve fibers, suggesting a mechanoreceptor in the skin. Panel (d) illustrates two different types of cells with hair-like extensions and a layer of tissue, representing olfactory receptor neurons. Finally, panel (e) shows an oval-shaped cell with a nucleus and a sensory fiber extending from its base, characteristic of a taste receptor cell. Each of these receptor cells is marked with an asterisk (*), signifying their role in initiating the transduction of external stimuli into neural signal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onal transduction and transmission. On the left, a spherical structure labeled &quot;Touch receptor&quot; is depicted. A red arrow indicates a &quot;Stimulus from environment&quot; impinging on this receptor, initiating an &quot;Electrical signal&quot; that travels along a structure labeled &quot;Nerve fiber.&quot; This nerve fiber connects to a neuron, visually represented as a cell body with branching dendrites. The electrical signal then moves from the nerve fiber towards the neuron's dendrites and cell body. The diagram also points out a &quot;Synapse,&quot; which is the junction between the nerve fiber and the dendrites of the neuron. Extending from the cell body is the &quot;Axon or nerve fiber,&quot; along which the electrical signal is shown to propagate further to the right, indicated by another red arrow. The diagram highlights key components of a neuron: the cell body, dendrites, and axon or nerve fiber.">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diagrams and graphs illustrate the generation and propagation of an electrical signal (nerve impulse or action potential) along a nerve fiber. The graphs show how the electrical charge inside the fiber changes over time as the impulse passes.&#10;&#10;2. **Axes:** The horizontal axis of the graphs represents **Time**. The vertical axis of the graphs represents the **electrical charge inside the fiber relative to the outside**, measured in millivolts (mV).&#10;&#10;3. **Individual points:**&#10;    * Panel (a) and its corresponding graph show the neuron at its resting potential, which is a negative charge inside the fiber (e.g., -70 mV).&#10;    * Panel (b) and its corresponding graph depict the initial phase of the nerve impulse where the charge inside the fiber rapidly becomes positive, reaching a peak (e.g., +40 mV). This corresponds to the influx of sodium ions.&#10;    * Panel (c) and its corresponding graph show the peak of the action potential and the beginning of repolarization, where the charge inside the fiber starts to decrease. This is due to the efflux of potassium ions.&#10;    * Panel (d) and its corresponding graph illustrate the return of the fiber's charge to its resting potential after the impulse has passed, indicating the restoration of the polarized state.">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The main trend shown is that as stimulus intensity increases, the rate and regularity of nerve firing increase.&#10;2. The horizontal axis represents time. The vertical axis implicitly represents the occurrence of a nerve impulse or &quot;firing&quot;. The three rows labeled (a), (b), and (c) represent different levels of stimulus intensity, from soft (a) to medium (b) to strong (c).&#10;3. The vertical lines represent individual nerve impulses or &quot;firings&quot;. The diagram shows that for softer stimulations, the impulses are less frequent and more spaced out. As the stimulus becomes stronger, the impulses become more frequent and more evenly spaced. The period labeled &quot;Pressure on&quot; to &quot;Pressure off&quot; indicates the duration of the stimulation.">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of impulses, depicting the process by which neurons communicate. Panel (a) shows a stimulus activating a receptor, which then initiates a nerve impulse traveling down an axon towards a receiving neuron. Panel (b) zooms into the synapse, revealing the axon terminal of the sending neuron with synaptic vesicles containing neurotransmitter molecules. These molecules are shown being released into the synaptic cleft. Panel (c) provides a magnified view of the postsynaptic membrane, where the neurotransmitter molecules bind to specific receptor sites on the receiving neuron. The overall diagram uses simplified, stylized representations of neurons and their components, with a color scheme of yellows, oranges, purples, and blues, to clearly delineate the structures and the flow of information.">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diagram displays a stylized representation of synaptic transmission. In the foreground, two bulbous, fleshy-toned structures, resembling the terminal buttons of neurons, are prominently featured, connected by a purplish, amorphous background element. Yellow, handwritten-style text superimposed on these structures reads &quot;Synaptic Transmission.&quot; To the right, a small, orange-colored neuron cell body with branching dendrites is visible. A thin axon extends downwards from the cell body, terminating in a bright white light, suggesting the release of neurotransmitters or an electrical signal across the synapse. The overall aesthetic is artistic and illustrative, with a dark background that accentuates the glowing elements. This visual directly relates to the title of the video, &quot;Synaptic Transmission,&quot; by depicting key components involved in the communication between neurons.">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n in graph (a) is an increase in the electrical charge inside the fiber towards a threshold level, followed by a decrease back to the resting state. The main trend in graph (b) is a decrease in the electrical charge inside the fiber, moving away from the resting state and the threshold level, followed by a return to the resting state.&#10;&#10;2. The vertical axis represents the electrical charge inside a nerve fiber, measured in arbitrary units, with the resting charge at -70. The horizontal axis represents the progression of time or the effect of neurotransmitters, labeled as &quot;Depolarization (Excitatory)&quot; for graph (a) and &quot;Hyperpolarization (Inhibitory)&quot; for graph (b).&#10;&#10;3. The dashed horizontal line indicates the level of depolarization required to trigger an action potential. In graph (a), the green line shows the charge inside the fiber increasing and surpassing this threshold. In graph (b), the red line shows the charge inside the fiber decreasing below the resting potential and remaining below the threshold.">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1. **Main trend:** The firing rate of neuron &quot;B&quot; remains constant regardless of which receptors are stimulated.&#10;&#10;2. **Axes:** The horizontal axis represents different combinations of stimulated receptors, labeled as &quot;4&quot;, &quot;3-5&quot;, &quot;2-6&quot;, and &quot;1-7&quot;. The vertical axis represents the &quot;Firing rate of 'B'&quot;, measured in arbitrary units from 0 to 7.">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trend, indicating that as the number of stimulated receptors increases, the firing rate of neuron &quot;B&quot; also increases. The y-axis represents the firing rate of neuron &quot;B&quot;, and the x-axis represents the number of receptors stimulated. Specifically, the x-axis labels indicate groups of receptors being stimulated, such as &quot;4&quot;, &quot;3-5&quot;, &quot;2-6&quot;, and &quot;1-7&quot;, suggesting a progressive increase in the number of activated input units.">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that the firing rate of neuron &quot;B&quot; increases as the number of stimulated receptors increases, peaking when receptors 3-5 are stimulated, and then decreases as more receptors are stimulated. The y-axis represents the firing rate of neuron &quot;B&quot;, and the x-axis represents the range of receptors stimulated.">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which are fundamental to visual processing.&#10;&#10;**Part (a)** shows a visual field, depicted as a blue plane, with an oval area marked as a receptive field. Within this receptive field, there are three concentric regions labeled A, B, and C. Region B, the innermost circle, is marked with green plus signs (+), indicating excitatory input. Region C, surrounding B, is marked with red minus signs (-), indicating inhibitory input. Region A, the outermost area, is also marked with red minus signs (-). To the right of this visual representation, three spike train graphs labeled A, B, and C correspond to the responses of different hypothetical neurons or retinal ganglion cells to stimuli. Graph A shows sporadic spikes. Graph B depicts a burst of spikes upon an &quot;On&quot; stimulus. Graph C shows an initial spike upon &quot;On&quot; and then a burst of spikes upon &quot;Off.&quot;&#10;&#10;**Part (b)** provides a more abstract, top-down view of a receptive field, labeled as such. It shows a central green circle with multiple plus signs (+) representing excitatory influence, surrounded by an annulus marked with red minus signs (-) signifying inhibitory influence.&#10;&#10;In the context of the provided text, these visual elements demonstrate how receptive fields have distinct central and surrounding regions that exert excitatory or inhibitory effects. For example, the green plus signs in the center of the receptive field represent excitatory input, while the red minus signs in the surround represent inhibitory input. The different spike train patterns in part (a) likely illustrate how these receptive field properties translate into neuronal firing responses to light stimulation, with &quot;On&quot; and &quot;Off&quot; indicating the onset and offset of light, respectively.">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The main trend shows that the response rate, represented by the vertical bars, changes based on how the center and surround areas of a receptive field are stimulated.&#10;&#10;2. The upper row shows diagrams of receptive fields with different stimulation patterns. The lower row shows graphs illustrating the neural response over time, indicated by vertical bars representing firing rate. The x-axis represents time, with an &quot;On&quot; marker indicating when stimulation begins. The y-axis implicitly represents the rate of neural firing, with more bars per unit time indicating a higher firing rate.&#10;&#10;3. The response is highest when only the center excitatory region of the receptive field is stimulated. The response is lowest when only the surround inhibitory region is stimulated. Intermediate responses are observed when both the center and surround regions are stimulated.">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image depicts a diagram illustrating the concept of specificity coding in neurons. The left side of the diagram displays three portraits labeled (a) Bill, (b) Mary, and (c) Raphael, representing different stimuli. To the right of each portrait are three horizontal lines, each representing a neuron, labeled &quot;Neuron 1&quot;, &quot;Neuron 2&quot;, and &quot;Neuron 3&quot;. Vertical bars above these lines depict neural activity.&#10;&#10;Specifically, when presented with the stimulus of &quot;Bill&quot;, Neuron 1 shows a burst of activity, represented by several vertical bars clustered together. Neuron 2 and Neuron 3 show no activity. When the stimulus is &quot;Mary&quot;, Neuron 2 shows a similar burst of activity, while Neuron 1 and Neuron 3 remain inactive. Finally, when the stimulus is &quot;Raphael&quot;, Neuron 3 is activated with a cluster of vertical bars, and Neurons 1 and 2 are inactive.&#10;&#10;This diagram visually represents the idea that in specificity coding, individual neurons are specialized to respond to specific stimuli, meaning each neuron is associated with recognizing a unique stimulus.">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distributed coding in sensory perception. On the left side, under the &quot;Stimulus&quot; column, four individuals are depicted: (a) Bill, (b) Mary, (c) Raphael, and (d) Roger. To the right of each individual, across columns labeled &quot;Neuron 1,&quot; &quot;Neuron 2,&quot; and &quot;Neuron 3,&quot; are horizontal lines representing neural activity patterns. These patterns consist of vertical spikes, indicating neural firing.&#10;&#10;For each stimulus (person), the diagram shows a distinct pattern of firing across the three neurons. For instance, when viewing Bill, Neuron 1 exhibits a dense burst of spikes, while Neurons 2 and 3 have sparser firing patterns. In contrast, Mary's stimulus elicits a different pattern, with Neurons 1 and 3 showing sparse firing and Neuron 2 showing a dense burst. Raphael and Roger also have unique firing patterns across the neurons, demonstrating that different individuals, or stimuli, are represented by unique combinations of neural activity. The text accompanying the diagram emphasizes that in distributed coding, the pattern of firing across many neurons codes specific objects, allowing for a large number of stimuli to be represented by a relatively small number of neuron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represented as a hollow tube with a yellow outer layer and an orange interior. Scattered around the fiber are blue spheres labeled &quot;Na+&quot; and red spheres labeled &quot;K+&quot;. Inside the nerve fiber, there are three red &quot;K+&quot; spheres and two blue &quot;Na+&quot; spheres. Outside the nerve fiber, there are seven blue &quot;Na+&quot; spheres and three red &quot;K+&quot; spheres. The text states that the diagram illustrates the high concentration of sodium ions outside the fiber and potassium ions inside. This is visually represented by the greater number of blue &quot;Na+&quot; spheres outside the fiber compared to inside, and the greater number of red &quot;K+&quot; spheres inside the fiber compared to outsid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