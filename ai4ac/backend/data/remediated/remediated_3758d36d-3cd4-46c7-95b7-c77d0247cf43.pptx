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The image displays a screenshot of a web page titled &quot;Schedule of Lecture Topics (2021)&quot;. The page is organized into two main columns under the heading &quot;Schedule of Classes&quot;. The left column lists the week number, date, and the topic for each lecture. The right column provides &quot;Reading(s)*&quot; and &quot;Notes&quot;. The topics range from &quot;Introduction to Course&quot; to &quot;Pain&quot;. Below the list of topics, there is a thumbnail image with a play button, suggesting a video related to the course content, specifically labeled &quot;No Pain video&quot;. The overall design is clean and functional, typical of an educational platform interface.">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The image displays two views of a human brain against a black background. The top view shows the superior surface of the brain, bisected vertically down the midline, revealing the two cerebral hemispheres separated. The brain tissue is a tan-brown color, with numerous gyri (folds) and sulci (grooves) visible. Darker, blue-black blood vessels are embedded within the sulci. The surface appears somewhat moist and textured. The bottom view presents the inferior surface of the brain, also showing the characteristic convoluted pattern of gyri and sulci, with similar coloration and vascularization. The overall impression is of a detailed anatomical study of the human brain, highlighting its complex structure.">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The photograph displays a close-up view of neurons, characterized by dark brown cell bodies and intricate branching networks of dendrites and axons. These neuronal structures are set against a bright orange background, creating a stark contrast that emphasizes their delicate forms. The neurons appear to be arranged in a layered or clustered pattern, with some extending vertically and others branching outwards. The overall impression is one of complexity and interconnectedness, highlighting the microscopic architecture of brain tissue. The context provided, &quot;Made Up of Neurons…. January 24, 2021 PSYCH 4041 / 6014,&quot; suggests this image is likely from an educational or research setting related to psychology or neuroscience, specifically a course or presentation on neural structures.">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e diagram shows a lateral view of the human brain. The cerebrum is depicted with its characteristic convoluted surface. Four major lobes are labeled: the frontal lobe, the parietal lobe (indicated as responsible for skin senses), the temporal lobe (indicated as responsible for hearing), and the occipital lobe (indicated as responsible for vision). The cerebellum is visible at the lower back of the brain. The labels point to the respective areas of the brain, and the text in parentheses provides the primary sensory function associated with each lobe. The frontal lobe is also described as being involved in integrating sensory functions.">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displays five distinct specialized neurons, each representing a different sensory receptor. Each neuron is illustrated in a simplified, stylized manner, with a prominent nucleus and characteristic cellular structures. A small asterisk (*) is placed near a key feature of each neuron.&#10;&#10;The neurons are organized horizontally and labeled with the sense they correspond to:&#10;(a) **Vision:** This neuron, labeled as a rod cell, is elongated and rod-shaped, with a stack of flattened discs at the apical end, suggestive of photoreceptor outer segments.&#10;(b) **Hearing:** This neuron appears to be a hair cell from the inner ear, featuring stereocilia-like projections at its apical surface and a supporting structure below.&#10;(c) **Touch:** This illustration depicts a tactile receptor, possibly a Merkel cell or similar mechanoreceptor, with a rounded, lobed structure containing numerous internal components and a nerve fiber interacting with it.&#10;(d) **Smell:** Two types of neurons are shown here, likely olfactory receptor neurons. One is red and the other is green, both extending from a surface layer (presumably the olfactory epithelium) with hair-like projections at their apical ends and axons extending downwards.&#10;(e) **Taste:** This neuron is elongated and flask-shaped, with a broader apical end that has hair-like projections, and a thin axon extending from the base.&#10;&#10;The title &quot;Neurons: Transduction &amp; Transmission&quot; and the subheading &quot;Receptors - specialized neurons that respond to specific kinds of energy&quot; provide the context that these images illustrate different types of sensory receptor neurons and their role in converting physical energy into neural signals. The asterisks highlight specific structures within each neuron that are relevant to its sensory function.">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neuronal transduction and transmission. On the left, a &quot;touch receptor,&quot; depicted as a bulbous, striated structure, receives a &quot;stimulus from environment,&quot; indicated by a red arrow. This stimulus triggers an &quot;electrical signal,&quot; represented by a red arrow, that travels along a &quot;nerve fiber.&quot; This nerve fiber connects to a neuron, whose main parts are labeled: the &quot;cell body,&quot; a large, rounded structure with a central nucleus, and multiple branching &quot;dendrites&quot; extending from it. The nerve fiber from the touch receptor appears to form a &quot;synapse&quot; with the dendrites. The neuron then transmits an electrical signal along its &quot;axon or nerve fiber,&quot; shown as a long, segmented projection extending to the right, with red arrows indicating the direction of signal transmission. The end of the axon branches out into terminal fibers. The diagram visually represents how sensory input is converted into electrical signals and then transmitted through the nervous system.">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graphs illustrate how the electrical charge inside a nerve fiber changes over time as a neural signal (action potential) propagates along it, returning to its resting state.&#10;&#10;2. Axes:&#10;    * The horizontal axis represents time.&#10;    * The vertical axis represents the electrical charge inside the nerve fiber relative to the outside, measured in millivolts (mV).&#10;&#10;3. CRITICAL: The graphs show the electrical potential difference across the nerve fiber membrane. The initial state, &quot;Resting potential,&quot; represents the stable, polarized state of the neuron when it's not actively transmitting a signal. As a nerve impulse travels, there's a rapid influx of positive ions (depolarization), causing the internal charge to become positive, indicated by the peak around +40 mV. This is followed by an efflux of positive ions (repolarization), making the inside negative again, and finally a return to the &quot;Resting level&quot; of -70 mV. The diagrams (b), (c), and (d) show how this electrical change moves along the axon over time, corresponding to the changing electrical signals shown in the graphs.">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The diagram shows three rows labeled (a), (b), and (c), representing responses to increasing stimulus intensities, from soft to medium to strong. The horizontal axis represents time, indicated by an arrow and the word &quot;Time.&quot; Vertical lines represent nerve impulses or firings. The diagram illustrates that as stimulus intensity increases, the rate at which the nerve fires also increases, and the firings become more regular. The stimulus begins at &quot;Pressure on&quot; and ends at &quot;Pressure off,&quot; marked by dashed vertical lines.">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synaptic transmission. Panel (a) shows a stimulus acting on a receptor, which triggers a nerve impulse along an axon towards a receiving neuron. Panel (b) magnifies the junction between the axon of the sending neuron and the receiving neuron, revealing synaptic vesicles within the axon terminal containing neurotransmitter molecules. These molecules are shown being released into the synaptic cleft. Panel (c) further magnifies this area, depicting neurotransmitter molecules (represented as red spheres) binding to specific receptor sites on the surface of the receiving neuron. The context indicates that these neurotransmitters are released by the presynaptic neuron and received by the postsynaptic neuron, acting as triggers for voltage changes.">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image is an abstract, 3D rendering related to synaptic transmission, a biological process involving the transfer of information between neurons. The foreground features a stylized, glossy, and bulbous structure in shades of orange and purple, with curved, tube-like extensions. Superimposed on this structure, in a handwritten, yellow font, are the words &quot;Synaptic Transmission.&quot;&#10;&#10;To the right, a small, stylized neuron is depicted. It has a glowing orange cell body with branching dendrites that appear as thin, reddish-brown lines. A single axon extends downwards from the cell body and ends in a point of light, suggesting the release of a signal. The background is a solid, dark black. The overall aesthetic is somewhat futuristic and illustrative, aiming to convey the concept of neural communication.">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The main trend shows how excitatory and inhibitory neurotransmitters affect the electrical charge inside a neuron, influencing its likelihood of firing an action potential.&#10;&#10;2. The vertical axis represents the electrical charge inside the neuron, measured in arbitrary units (indicated by the scale from -70 to 0). The horizontal axis represents time, showing the progression of the change in charge caused by neurotransmitter activity.&#10;&#10;3. The top graph (a) illustrates &quot;Depolarization (Excitatory)&quot;. It shows that an excitatory neurotransmitter causes the charge inside the neuron to become more positive, moving from a baseline of -70 towards 0. This rise in charge reaches a peak and then returns to the baseline. A dashed line indicates the &quot;Level of depolarization needed to trigger an action potential,&quot; which is crossed by the excitatory stimulus.&#10;&#10;The bottom graph (b) illustrates &quot;Hyperpolarization (Inhibitory)&quot;. It shows that an inhibitory neurotransmitter causes the charge inside the neuron to become more negative, moving from a baseline of -70 to a value below -70. This decrease in charge reaches a minimum and then returns to the baseline. The same dashed line indicating the &quot;Level to trigger an action potential&quot; is shown, but the inhibitory stimulus remains below this threshold, indicating a decreased likelihood of an action potential.">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graph shows that the firing rate of &quot;B&quot; remains constant regardless of which receptors are stimulated, or how many. The horizontal axis represents different combinations of stimulated receptors, labeled with numbers corresponding to individual receptors and ranges of receptors. The vertical axis represents the firing rate of &quot;B,&quot; measured in arbitrary units.">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linear relationship between the number of receptors stimulated and the firing rate of neuron B. The x-axis represents the number of receptors stimulated, with groupings like &quot;4&quot;, &quot;3-5&quot;, &quot;2-6&quot;, and &quot;1-7&quot; indicating increasing stimulation. The y-axis represents the firing rate of neuron B, which increases as more receptors are stimulated. The trend indicates that as the number of stimulated receptors increases, the firing rate of neuron B also increases proportionally.">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The graph shows that the firing rate of neuron &quot;B&quot; increases as the number of stimulated receptors increases from 4 to 3-5, then decreases as the number of stimulated receptors increases further. The x-axis represents the number of receptors stimulated, categorized into groups (e.g., 4, 3-5, 2-6, 1-7). The y-axis represents the firing rate of neuron &quot;B.&quot; The trend shows an optimal range of receptor stimulation for neuron &quot;B&quot; to fire at its highest rate.">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the concept of center-surround receptive fields in neuroscience. Part (a) shows a schematic representation of a visual field with three areas labeled A, B, and C. Area A, depicted as a large light blue rectangle, represents the general visual input. Within this area, there is an oval shape with a central circular region B and a surrounding annular region C. Region B is marked with green plus signs (+), indicating an excitatory effect, while region C is marked with red minus signs (-), indicating an inhibitory effect. To the right of this visual representation are three graphs labeled A, B, and C, depicting neuronal firing patterns over time. Graph A shows sporadic firing. Graph B shows a burst of intense firing upon an &quot;On&quot; stimulus and then ceases. Graph C shows an initial burst of firing upon an &quot;On&quot; stimulus, followed by a pause and then firing upon an &quot;Off&quot; stimulus. Part (b) provides a simplified, top-down view of a receptive field, also labeled &quot;Receptive field.&quot; This circular receptive field has a central area with multiple green plus signs (+) surrounded by an annular region with red minus signs (-). This visual representation directly corresponds to the &quot;excitatory-center-inhibitory-surround&quot; model mentioned in the text. The context of the diagram is to visually explain how different parts of a neuron's receptive field can have opposing effects (excitatory or inhibitory) on neuronal activity, leading to specific firing patterns in response to light stimuli.">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The main trend shown is that the firing rate of a neuron changes based on which part of its receptive field is stimulated. Specifically, a stimulus only on the excitatory center leads to the highest firing rate, while a stimulus only on the inhibitory surround leads to the lowest firing rate. Stimulating both areas results in intermediate firing rates.&#10;&#10;2. The vertical axis of the graphs represents the firing rate of the neuron, indicated by the height and density of the vertical lines. The horizontal axis represents time, with an &quot;On&quot; marker indicating when stimulation begins.&#10;&#10;3. The diagram shows four scenarios (a, b, c, and d) illustrating the structure of a center-surround receptive field and the resulting neuronal response. Scenario (a) depicts a receptive field with an excitatory center (indicated by '+') and an inhibitory surround (indicated by '-'). Scenarios (b), (c), and (d) show different patterns of light stimulation (represented by the orange-colored areas) applied to the receptive field, and the corresponding firing patterns shown below.">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diagram illustrates the concept of specificity coding in neurons, which posits that specific neurons respond to specific stimuli. The left side of the diagram displays portraits of three individuals labeled &quot;(a) Bill,&quot; &quot;(b) Mary,&quot; and &quot;(c) Raphael,&quot; representing the stimuli. The right side of the diagram depicts the neural responses to these stimuli, organized in columns labeled &quot;Neuron 1,&quot; &quot;Neuron 2,&quot; and &quot;Neuron 3.&quot;&#10;&#10;For stimulus (a) Bill, there is a series of vertical bars appearing above the line under &quot;Neuron 1,&quot; indicating neural activity. The neurons under &quot;Neuron 2&quot; and &quot;Neuron 3&quot; show no activity for this stimulus.&#10;&#10;For stimulus (b) Mary, there is a series of vertical bars appearing above the line under &quot;Neuron 2,&quot; indicating neural activity. There is no activity shown for neurons 1 or 3.&#10;&#10;For stimulus (c) Raphael, there is a series of vertical bars appearing above the line under &quot;Neuron 3,&quot; indicating neural activity. There is no activity shown for neurons 1 or 2.&#10;&#10;The visual representation strongly suggests that each individual (stimulus) is uniquely processed by a specific neuron. Bill activates Neuron 1, Mary activates Neuron 2, and Raphael activates Neuron 3, aligning with the principle of specificity coding where a unique stimulus elicits a response from a dedicated neuron. The vertical bars are depicted as clusters of spikes, which in neuroscience typically represent action potentials or neural firing.">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The diagram illustrates the concept of distributed coding in sensory perception. The left column, labeled &quot;Stimulus,&quot; displays portraits of four individuals: (a) Bill, (b) Mary, (c) Raphael, and (d) Roger. Each individual represents a distinct stimulus. The right side of the diagram, divided into three columns labeled &quot;Neuron 1,&quot; &quot;Neuron 2,&quot; and &quot;Neuron 3,&quot; shows horizontal lines representing neuronal activity. Vertical lines on these horizontal lines depict neural firing patterns, or action potentials, over time.&#10;&#10;For each stimulus, a unique pattern of firing across these three neurons is shown. For example, when presented with Bill, Neuron 1 exhibits a dense cluster of firings, while Neurons 2 and 3 show sparser firings. Mary's stimulus elicits a different pattern: Neuron 1 has a few firings, Neuron 2 has a dense cluster, and Neuron 3 has a few firings. Raphael's stimulus results in a dense cluster of firings in Neuron 1, a few in Neuron 2, and a few in Neuron 3. Roger's stimulus triggers a few firings in Neuron 1, a few in Neuron 2, and a dense cluster in Neuron 3. This visual representation demonstrates how a specific stimulus (each person) is encoded by a unique combination of activity across multiple neurons, supporting the idea of distributed coding.">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A cross-section of a nerve fiber is depicted, with a thick yellow outer membrane enclosing an orange interior. Scattered throughout the image are red spheres labeled &quot;K+&quot; (potassium ions) and blue spheres labeled &quot;Na+&quot; (sodium ions). The diagram visually emphasizes that there are more blue sodium ions outside the nerve fiber than inside, and more red potassium ions inside than outside.">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