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e image contains a schedule of lecture topics for a course in 2021. The main trend is a chronological listing of topics and corresponding readings/notes. The axes are implicitly the progression of time (Week/Date) and the content of the course (Topic, Readings, Notes). The table details specific dates, lecture topics such as &quot;Introduction to Course,&quot; &quot;History &amp; Philosophy,&quot; &quot;Physiology of Perception,&quot; and associated readings and notes, including specific book chapters and citations.">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The photograph displays the superior (top) view of a human brain, isolated against a stark black background. The brain is bisected down the midline, revealing the two hemispheres. The surface of the brain is richly textured with gyri (folds) and sulci (grooves), typical of the cerebral cortex. The color is a mottled brown and tan, with darker blue or black blood vessels visible within the sulci, indicating their vascular nature. The overall impression is one of intricate biological complexity. The title &quot;Brain as Center of Perception&quot; and the date and course information suggest this image is used in an educational context, likely in a psychology or neuroscience course, to illustrate the physical basis of cognitive functions.">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This is a microscopic image of neurons stained in dark red against a yellowish-orange background. The neurons have distinct cell bodies, described as pyramidal or triangular in shape, from which numerous thin, branching dendrites extend. The dendrites form a complex network, intertwining with those of adjacent neurons. The image captures a dense population of these nerve cells, with their intricate structures filling the frame and suggesting the complex neural circuitry within the brain. The title &quot;Made Up of Neurons&quot; and the context &quot;PSYCH 4041 / 6014&quot; indicate this image is likely used in a psychology or neuroscience course to illustrate the fundamental building blocks of the nervous system.">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diagram is a lateral view of the human brain, with its different lobes labeled and their primary sensory functions indicated. The cerebral cortex is shown with its characteristic gyri (folds) and sulci (grooves), depicted in a reddish-brown color. The image highlights four main lobes: the frontal lobe, located at the front of the brain; the temporal lobe, situated below the lateral sulcus and responsible for hearing; the parietal lobe, positioned behind the frontal lobe and associated with skin senses; and the occipital lobe, located at the back of the brain and responsible for vision. The cerebellum, a smaller, densely folded structure, is visible at the base of the brain, beneath the occipital lobe. The text labels are placed strategically to point to the respective regions. The overall presentation is a clear, anatomical illustration designed to educate the viewer on brain structure and sensory processing areas.">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fferent types of sensory receptor neurons, each associated with a specific sense. Panel (a) illustrates a rod cell, labeled for &quot;Vision,&quot; with a cylindrical outer segment stacked with discs. Panel (b), labeled &quot;Hearing,&quot; shows a hair cell within the cochlea, featuring stereocilia at its apex. Panel (c), representing &quot;Touch,&quot; depicts a cross-section of a Pacinian corpuscle, characterized by concentric layers. Panel (d), for &quot;Smell,&quot; shows olfactory receptor neurons with cilia extending from the apical surface and axons projecting downwards. Finally, panel (e), labeled &quot;Taste,&quot; presents a taste receptor cell with microvilli at its apical end and an axon extending from the base. Each panel is marked with an asterisk (*) indicating the receptive area or a key part of the receptor. The overall diagram serves to visually differentiate the structural adaptations of neurons specialized for transducing different forms of energy into neural signals.">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uronal transduction and transmission. It begins with a &quot;Touch receptor&quot; on the left, which is shown receiving a &quot;Stimulus from environment&quot; indicated by a red arrow. This stimulus is then converted into an &quot;Electrical signal&quot; (also depicted by red arrows) that travels along a &quot;Nerve fiber.&quot; This nerve fiber connects to the dendrites of a neuron. The neuron itself is prominently displayed with its &quot;Cell body&quot; at the center, from which numerous branching &quot;Dendrites&quot; extend. A long &quot;Axon or nerve fiber&quot; emerges from the cell body and stretches to the right. The diagram shows the electrical signal traveling from the nerve fiber, across a &quot;Synapse&quot; (the junction between neurons), and then along the axon of the main neuron. The transmission of the signal is again indicated by red arrows. The overall visual flow depicts how sensory information is received, transduced into an electrical signal, and then transmitted through a neuron and across a synapse.">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0207">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Main Trend:** The main trend demonstrated is that as the intensity of the stimulus increases, the rate and regularity of nerve firing increase. This is shown by comparing panels (a), (b), and (c), where the vertical lines representing nerve impulses become more frequent and spaced more evenly as stimulus intensity increases.&#10;&#10;2.  **Axes Description:**&#10;    *   The horizontal axis represents **Time**, indicated by an arrow showing progression from left to right and the label &quot;Time&quot;.&#10;    *   The vertical axis is not explicitly labeled with a numerical scale but represents the **occurrence of nerve impulses** (action potentials). Each vertical line signifies a single nerve impulse being generated. The vertical position of the lines is consistent across all panels, suggesting they all represent the same type of response or fiber. The context of the labels (a), (b), and (c) indicates increasing stimulus strength.&#10;&#10;3.  **Individual Points:** (Not applicable as per instructions).&#10;&#10;4.  **Literal Labels:** The labels (a), (b), and (c) represent different levels of stimulus intensity, with (a) representing a soft stimulus, (b) a medium stimulus, and (c) a strong stimulus. The arrows labeled &quot;Pressure on&quot; and &quot;Pressure off&quot; indicate the period during which a stimulus is applied and removed, respectively. The dashed vertical lines mark the points in time when the pressure is applied and removed.">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showing the communication between neurons. Panel (a) depicts a stimulus activating a receptor which initiates a nerve impulse along an axon towards a receiving neuron. Panel (b) zooms in on the synapse, revealing the axon terminal of the sending neuron with synaptic vesicles containing neurotransmitter molecules. These vesicles are shown releasing the neurotransmitters into the synaptic cleft. Panel (c) further magnifies the postsynaptic membrane of the receiving neuron, displaying receptor sites that are specifically shaped to bind with the neurotransmitter molecules, initiating a voltage change in the postsynaptic neuron. The overall visual flow progresses from a general overview of neuronal communication to a detailed close-up of the molecular interaction at the synapse.">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is is a 3D illustration depicting the concept of &quot;Synaptic Transmission,&quot; as indicated by the yellow, cursive text overlayed on the image. The foreground features bulbous, smooth, orange structures that appear to be nerve terminals, likely representing presynaptic elements. These are partially obscuring a purple, amorphous background. In the background, a stylized neuron is shown with a central orange cell body and a branching network of red, root-like dendrites. A thin, glowing red line extends downwards from the neuron, representing an axon, and terminates in a bright white spark, suggesting the transmission of an electrical or chemical signal. The overall aesthetic is somewhat abstract and emphasizes the connection points between neurons, aligning with the title.">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Main Trend:** The graphs illustrate the change in the electrical charge inside a nerve fiber in response to excitatory and inhibitory neurotransmitters. In the case of excitatory neurotransmitters, the charge increases towards a threshold needed for an action potential. In contrast, inhibitory neurotransmitters cause the charge to decrease, moving further away from the action potential threshold.&#10;&#10;2. **Axes:** The vertical axis represents the &quot;Charge inside fiber,&quot; indicating the electrical potential within the neuron, with values ranging from -70 to 0. The horizontal axis is not explicitly labeled with a single term but represents the progression of time or a stimulus in the context of neuronal response to neurotransmitters, with specific sections labeled &quot;Depolarization (Excitatory)&quot; and &quot;Hyperpolarization (Inhibitory).&quot;&#10;&#10;3. **Labels:** The label &quot;Level of depolarization needed to trigger an action potential&quot; refers to a specific electrical potential that, if reached, will initiate an electrical signal (action potential) in the neuron.">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that the firing rate of neuron &quot;B&quot; remains constant at approximately 1 unit regardless of which receptors are stimulated. The x-axis represents the combinations of receptors stimulated, ranging from single receptors to groups of receptors. The y-axis represents the firing rate of neuron &quot;B&quot;.">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positive linear relationship between the number of receptors stimulated and the firing rate of neuron &quot;B&quot;. The x-axis represents the number of receptors stimulated, and the y-axis represents the firing rate of neuron &quot;B&quot;. As the number of stimulated receptors increases, the firing rate of neuron &quot;B&quot; also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The graph shows that the firing rate of neuron &quot;B&quot; increases as stimulation moves from the outer receptors (e.g., 4) towards the central receptors (e.g., 3-5). The firing rate then decreases as stimulation moves back towards the outer receptors (e.g., 2-6, 1-7). The x-axis represents the combination of receptors stimulated, and the y-axis represents the firing rate of neuron &quot;B&quot;.">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Part (a) shows a light stimulus projected onto a surface, with regions labeled A, B, and C representing different areas of light input. Correspondingly, part (a) also displays three graphs (A, B, and C) depicting the neural response (represented by vertical bars indicating spike frequency) to the light stimulus in these regions. Graph A shows a low and irregular firing rate. Graph B shows a high firing rate when the light is &quot;On&quot; and then decreases. Graph C shows an initial low firing rate, followed by a burst of activity when the light turns &quot;Off&quot;. Part (b) visually represents a receptive field with a concentric structure. The inner circle, labeled with green plus signs (+), signifies an excitatory region, meaning stimulation here increases neural firing. The surrounding annulus, labeled with red minus signs (-), represents an inhibitory region, where stimulation decreases neural firing. This configuration demonstrates how a central excitatory area combined with an inhibitory surround (excitatory-center-inhibitory-surround) influences neuronal responses to light.">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main trend illustrated is how the response rate of a neuron changes when different parts of its receptive field are stimulated, demonstrating center-surround antagonism.&#10;&#10;2. Axes: The horizontal axis of the graphs represents time, with an indication of when the stimulus is applied (&quot;On&quot;). The vertical axis represents the neural response, depicted by the height and frequency of vertical bars, where a higher frequency and height of bars indicate a stronger response.&#10;&#10;3. Individual Points: N/A&#10;&#10;4. Contextual Explanation:&#10;    * The diagrams at the top illustrate different configurations of stimulation within a neuron's receptive field. The central, inner circle represents an excitatory area, where stimulation leads to an increased firing rate. The surrounding ring represents an inhibitory area, where stimulation leads to a decreased firing rate.&#10;    * Diagram (a) shows a receptive field with a central excitatory zone (indicated by &quot;+&quot;) and a surrounding inhibitory zone (indicated by &quot;-&quot;).&#10;    * Diagram (b) shows a receptive field where only the central excitatory zone is stimulated.&#10;    * Diagram (c) shows a receptive field where both the central excitatory zone and the surrounding inhibitory zone are stimulated.&#10;    * Diagram (d) shows a receptive field where only the surrounding inhibitory zone is stimulated.&#10;    * The graphs below each diagram depict the corresponding neural response over time after the stimulus is applied (&quot;On&quot;). The height and density of the vertical bars represent the neuron's firing rate, with more and taller bars indicating a higher response.">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displays a visual representation of the specificity coding hypothesis in neuroscience, illustrating how different neurons might respond to distinct stimuli. The left side of the diagram presents three portraits labeled &quot;(a) Bill,&quot; &quot;(b) Mary,&quot; and &quot;(c) Raphael,&quot; serving as the &quot;Stimulus&quot; input. To the right of each portrait, a horizontal line represents a neuron's activity over time, with vertical spikes indicating neural firing.&#10;&#10;Specifically, when Bill is presented as the stimulus, &quot;Neuron 1&quot; shows a series of rapid vertical spikes. In contrast, when Mary is presented, &quot;Neuron 2&quot; exhibits a similar pattern of rapid firing. Finally, when Raphael is the stimulus, &quot;Neuron 3&quot; displays a cluster of vertical spikes. Crucially, each neuron appears to be uniquely activated by one specific individual, demonstrating the core idea of specificity coding: one neuron responding to one specific stimulus. The absence of firing in other neurons for each stimulus further reinforces this concept of selective activation. The overall presentation suggests a simplified model where individual neurons are tuned to recognize and respond to highly specific inputs, such as particular faces.">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quot;Distributed Coding&quot; in sensory processing, where patterns of firing across multiple neurons encode specific objects. The left column displays four individuals labeled as stimuli: (a) Bill, (b) Mary, (c) Raphael, and (d) Roger, depicted as portraits. To the right of each stimulus, three rows represent the activity of Neuron 1, Neuron 2, and Neuron 3, respectively. Each row displays horizontal lines with vertical spikes, symbolizing neural firing over time. For each individual, the pattern of spikes across the three neurons varies, demonstrating how different stimuli are represented by distinct combinations of neural activity. For instance, Bill's stimulus is associated with a dense cluster of spikes in Neuron 1 and sparser spikes in Neurons 2 and 3. Mary's stimulus shows a different pattern, with fewer spikes in Neuron 1 and a denser pattern in Neuron 2. Raphael's stimulus is characterized by moderate spiking in Neuron 1 and fewer spikes in Neuron 2. Roger's stimulus exhibits sparse spiking in Neuron 1 and a moderate pattern in Neuron 2. This visual representation effectively conveys that the specific combination and timing of neuronal firings across a population of neurons are crucial for distinguishing between different sensory inputs.">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A diagram illustrates a cross-section of a nerve fiber, depicted as a yellow, hollow tube with an orange interior. Blue spheres labeled &quot;Na+&quot; are scattered around the outside of the nerve fiber, indicating a high concentration of sodium ions externally. Inside the nerve fiber, red spheres labeled &quot;K+&quot; are present, representing a high concentration of potassium ions internally. The diagram visually emphasizes the differential distribution of these ions across the nerve fiber membrane, a key concept in nerve impulse transmission.">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