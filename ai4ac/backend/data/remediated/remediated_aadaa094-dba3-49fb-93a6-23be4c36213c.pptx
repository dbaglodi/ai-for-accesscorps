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e image displays a table titled &quot;Schedule of Lecture Topics (2021)&quot;. The table has three columns: &quot;Wk Date&quot;, &quot;Topic&quot;, and &quot;Reading(s)&quot;. The &quot;Wk Date&quot; column lists the week number and date of the lecture. The &quot;Topic&quot; column outlines the subject matter for each lecture, including &quot;Introduction to Course&quot;, &quot;School Holiday--MLK Day--no classes&quot;, &quot;History &amp; Philosophy&quot;, &quot;Methods &amp; Techniques&quot;, &quot;Psychophysics; Signal Detection Theory&quot;, &quot;Physiology of Perception&quot;, &quot;Neuroimaging: Bottom-Up vs. Top-Down&quot;, &quot;Cutaneous Senses&quot;, and &quot;Pain&quot;. The &quot;Reading(s)&quot; column provides links to relevant course materials such as the syllabus, extra readings, and specific chapters or citations from books like &quot;Lippstreu &amp; Griffin (2005)&quot;, &quot;Waters (2007)&quot;, &quot;Bartoshuk (2019)&quot;, and &quot;Stevens (1961)&quot;. The table also includes a &quot;Notes&quot; column, which is mostly empty, but contains a link to &quot;No Pain video&quot;. At the bottom of the table, there is a thumbnail for a video with a play button.">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top-down, studio shot displays two views of a human brain against a stark black background. The upper image shows a horizontally oriented, anterior view of the brain, severed vertically down the midline, revealing both cerebral hemispheres. The brain's surface is a mottled brown and tan, characterized by a dense network of intricate folds, known as gyri, separated by deep grooves, or sulci. Darker, prominent blood vessels are visible tracing paths across the cerebral surface, particularly along the depths of the sulci. The lower image presents a single, superior view of the intact brain, still oriented horizontally. Its surface exhibits similar textural and color variations, with the gyri and sulci creating a highly textured topography. This image, set against the same black backdrop, emphasizes the overall shape and convoluted structure of the brain, aligning with the context of the title &quot;Brain as Center of Perception&quot; and the course information &quot;PSYCH 4041 / 6014&quot; dated January 24, 2021.">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microscopic image shows dark red neurons with branching dendrites and axons against a yellow-orange background. The neurons have triangular-shaped cell bodies, with many thin, thread-like extensions branching out. The overall impression is one of intricate and interconnected neural networks. The context indicates this image relates to a Psychology course (PSYCH 4041/6014) and the topic &quot;Made Up of Neurons&quot;.">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A lateral view of the human brain is shown, highlighting its major lobes and their primary sensory functions. The image displays the characteristic wrinkled surface of the cerebrum. Labels point to: the frontal lobe, located at the front; the temporal lobe, indicated with &quot;(hearing)&quot; below it; the parietal lobe, labeled with &quot;(skin senses)&quot;; and the occipital lobe, marked with &quot;(vision)&quot; at the back. The cerebellum is visible at the base of the brain, beneath the occipital and temporal lobes, depicted in gray. The overall presentation is a simplified anatomical diagram aimed at illustrating the regional organization of sensory processing within the brain.">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types of sensory receptors, each associated with a different sense. From left to right, panel (a) shows a rod cell, a receptor for vision, with a stack of discs at its apical end and a nucleus in its cell body. Panel (b) illustrates a hair cell, a receptor for hearing, with cilia protruding from its upper surface. Panel (c) depicts a Pacinian corpuscle, a receptor for touch, characterized by its concentric lamellae. Panel (d) presents olfactory receptor neurons, responsible for smell, showing their cell bodies and cilia extending from dendrites. Panel (e) illustrates a taste receptor cell, with microvilli at its apical surface and synaptic connections at its base. Each panel is marked with an asterisk (*) pointing to a key feature of the receptor. The title &quot;Neurons: Transduction &amp; Transmission&quot; and the context &quot;Receptors - specialized neurons that respond to specific kinds of energy&quot; indicate that these illustrations are examples of sensory receptors involved in converting external stimuli into neural signal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signal transduction and transmission within a neuron, with the title &quot;Neurons: Transduction &amp; Transmission&quot; setting the context. The diagram depicts a chain of events, starting with a &quot;Stimulus from environment&quot; impacting a circular, striated structure labeled &quot;Touch receptor.&quot; This receptor is connected to a cylindrical structure representing a &quot;Nerve fiber,&quot; which shows a red arrow indicating an &quot;Electrical signal&quot; moving along it. This nerve fiber then leads to a synapse, a gap between two neurons. Following the synapse is the main body of a neuron, clearly labeled with &quot;Cell body.&quot; Extending from the cell body are numerous branched structures labeled &quot;Dendrite.&quot; Another long, cylindrical projection from the cell body is labeled &quot;Axon or nerve fiber,&quot; with red arrows again indicating the direction of electrical signal transmission. The axon tapers and ends in branched structures, suggesting it will transmit the signal to other neurons or target cells. The diagram visually represents how external stimuli are converted into electrical signals within a neuron and then transmitted along its various parts.">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diagrams and accompanying graphs illustrate the generation and propagation of an electrical impulse, known as an action potential, along a nerve fiber. The graphs show a rapid change in the electrical charge inside the fiber relative to the outside.&#10;&#10;2. **Axes:**&#10;    * **X-axis:** Represents time, indicated by a red arrow showing progression from left to right.&#10;    * **Y-axis:** Represents the electrical charge inside the fiber relative to the outside, measured in millivolts (mV). The baseline, or resting potential, is shown at -70 mV.&#10;&#10;The graphs depict the following:&#10;* **Top Graph:** Shows the resting potential of the neuron as a stable line at -70 mV before any stimulation.&#10;* **Second Graph:** Shows a rapid depolarization, where the inside of the fiber becomes significantly more positive (reaching +40 mV), followed by repolarization and a return towards the resting potential.&#10;* **Third and Fourth Graphs:** Show the propagation of this electrical change (the nerve impulse) along the fiber. The peak of the electrical change moves from left to right over time, eventually returning to the resting level.">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Main Trend:** As stimulus intensity increases, the rate and regularity of nerve firing increase.&#10;2. **Axes:** The horizontal axis represents time. The vertical axis implicitly represents the occurrence of a nerve impulse or action potential.&#10;3. **Description:** The diagram shows three rows, labeled (a), (b), and (c), each illustrating the response of a nerve fiber to different levels of stimulation. The vertical lines represent individual nerve impulses. The stimulus is applied between the &quot;Pressure on&quot; and &quot;Pressure off&quot; markers. Row (a) depicts a response to a soft stimulus with a lower rate and less regularity of firing. Row (b) shows a response to a medium stimulus with a moderate rate and increased regularity of firing. Row (c) illustrates a response to a strong stimulus with a high rate and consistent regularity of firing.">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Panel (a) shows a stimulus activating a receptor, which initiates a nerve impulse along an axon towards a receiving neuron. Panel (b) zooms into the synapse, the junction between the axon of a sending neuron and the receiving neuron, showing synaptic vesicles releasing neurotransmitter molecules. Panel (c) further magnifies the synaptic cleft, depicting neurotransmitter molecules binding to receptor sites on the receiving neur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diagram depicts two bulbous, pinkish-orange structures in the foreground, connected by curved, tubular pathways, with the yellow cursive text &quot;Synaptic Transmission&quot; superimposed over them. In the background, to the right, a stylized neuron is shown with a glowing orange cell body and a network of thin, branching dendrites. A faint light emanates from the axon terminal, suggesting the transmission of a signal. The overall image uses dark backgrounds and bright, rendered elements to visually represent the concept of synaptic transmission in a biological context.">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Main Trend:** The graphs illustrate how the electrical charge inside a neuron changes in response to excitatory and inhibitory neurotransmitters. Excitatory neurotransmitters cause the charge to move towards a positive value, potentially triggering an action potential, while inhibitory neurotransmitters cause the charge to move towards a more negative value, making an action potential less likely.&#10;&#10;2. **Axes:**&#10;    * The **y-axis** represents the **charge inside the fiber** (neuron), measured in arbitrary units, with 0 representing a neutral charge and negative values indicating a more negative charge.&#10;    * The **x-axis** represents the **change in charge over time** or in response to stimulation, labeled as &quot;Depolarization (Excitatory)&quot; for the top graph and &quot;Hyperpolarization (Inhibitory)&quot; for the bottom graph.&#10;&#10;3. **Labels:** The dashed line indicates the **level of depolarization needed to trigger an action potential**. This is a critical threshold that must be reached for a neuron to fire an electrical signa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a consistent firing rate of approximately 1 unit for neuron B regardless of which combination of receptors are stimulated. The y-axis represents the &quot;Firing rate of 'B'&quot;, and the x-axis represents the &quot;Receptors stimulated&quot;.">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linear relationship between the number of receptors stimulated and the firing rate of neuron &quot;B&quot;. The x-axis represents the number of receptors stimulated, and the y-axis represents the firing rate of neuron &quot;B&quot;. As the number of stimulated receptors increases, the firing rate of neuron &quot;B&quot;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a bell-shaped curve representing the firing rate of neuron &quot;B&quot; as a function of the number of receptors stimulated. The x-axis represents combinations of stimulated receptors, labeled with ranges like &quot;4&quot;, &quot;3-5&quot;, &quot;2-6&quot;, and &quot;1-7&quot;. The y-axis represents the firing rate of neuron &quot;B&quot;, ranging from 0 to 7. The main trend indicates that the firing rate of neuron &quot;B&quot; is highest when receptors 3 through 5 are stimulated and decreases as stimulation moves to fewer or more receptors.">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image displays the concept of center-surround receptive fields in visual processing. Part (a) shows a blue planar surface with an oval-shaped receptive field overlaid on it. This receptive field is divided into a central circular area labeled 'B' and a surrounding annular region labeled 'C'. The central area 'B' contains several green plus signs, indicating excitatory influence, while the surrounding area 'C' has red minus signs, signifying inhibitory influence. Labels 'A' are placed in the corners of the blue surface, potentially representing points of stimulation or observation. To the right of the receptive field diagram are three sets of vertical lines representing neural responses over time: A, B, and C. Line B shows a high frequency of spikes, indicating strong excitation, correlating with the excitatory center. Line C shows a burst of activity at &quot;On&quot; and a decrease in activity at &quot;Off,&quot; reflecting the antagonistic response of the inhibitory surround. Line A shows a sparse, irregular pattern of spikes. Part (b) provides a simplified, top-down view of a receptive field, similar to region 'C' in part (a), labeled as &quot;Receptive field.&quot; This circular structure also depicts a central area with green plus signs (excitatory) surrounded by an outer ring with red minus signs (inhibitory). The diagrams illustrate how different parts of a receptive field can respond with excitation or inhibition to visual stimuli, forming the basis of center-surround organization.">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The main trend illustrated is that the neural response changes based on which part of a receptive field is stimulated. Specifically, the response is highest when only the excitatory area is stimulated, lowest when only the inhibitory area is stimulated, and intermediate when both areas are stimulated.&#10;&#10;2. The upper row of diagrams shows circular receptive fields with different areas marked as excitatory (+) and inhibitory (-). The lower row consists of raster plots, where the vertical lines represent neural impulses or firing events. The x-axis represents time, and the &quot;On&quot; arrow indicates when stimulation begins. The density of the vertical lines on the y-axis represents the rate of neural firing.&#10;&#10;3. The diagrams illustrate different stimulation conditions for a center-surround receptive field, and the corresponding neural responses as measured by firing rate.&#10;&#10;4. Diagram (a) shows a receptive field with an excitatory center and an inhibitory surround, and the corresponding neural response shows an intermediate firing rate. Diagram (b) depicts a situation where only the excitatory center is stimulated, resulting in a high firing rate. Diagram (c) shows stimulation of both the excitatory center and the inhibitory surround, leading to an intermediate firing rate, similar to (a). Diagram (d) shows stimulation of only the inhibitory surround, resulting in a low firing rate.">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al responses. On the left side, under the &quot;Stimulus&quot; column, are three portraits of individuals labeled (a) Bill, (b) Mary, and (c) Raphael. To the right of each portrait are horizontal lines representing the activity of three neurons, labeled &quot;Neuron 1&quot;, &quot;Neuron 2&quot;, and &quot;Neuron 3&quot;.&#10;&#10;For stimulus (a) Bill, Neuron 1 shows a burst of vertical lines, indicating neural firing, while Neuron 2 and Neuron 3 show no activity. For stimulus (b) Mary, Neuron 2 displays a burst of neural firing, and Neurons 1 and 3 are inactive. For stimulus (c) Raphael, Neuron 3 exhibits neural firing, and Neurons 1 and 2 are silent.&#10;&#10;The visual representation suggests that each specific stimulus (a face) elicits a specific response from a particular neuron. This aligns with the &quot;grandmother cell&quot; hypothesis, where a single neuron is believed to respond to a specific concept or stimulus, such as a recognizable face. The diagram visually communicates that distinct stimuli are processed by distinct neurons.">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titled &quot;Sensory Code: Distributed Encoding&quot; illustrates how a pattern of firing across multiple neurons can represent specific objects. The left column, labeled &quot;Stimulus,&quot; displays portraits of four individuals: (a) Bill, (b) Mary, (c) Raphael, and (d) Roger. To the right of each portrait, spanning across three columns labeled &quot;Neuron 1,&quot; &quot;Neuron 2,&quot; and &quot;Neuron 3,&quot; are horizontal lines representing time, with vertical spikes indicating neural activity.&#10;&#10;For each individual, there is a unique distribution of spikes across the three neurons, suggesting that distinct patterns of neural firing represent each person. For instance, Bill's stimulus shows dense spiking in Neuron 1 and sparse spiking in Neurons 2 and 3. Mary's stimulus, in contrast, features sparse spiking in Neuron 1, dense spiking in Neuron 2, and sparse spiking in Neuron 3. Raphael's and Roger's stimuli also display unique spiking patterns across the neurons. The diagram visually demonstrates the concept that a large number of stimuli (in this case, the different individuals) can be encoded by a relatively small number of neurons, with the specific code being the distributed pattern of their activity.">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depicted as a hollow yellow tube with an orange interior. Scattered around the outside of the nerve fiber are several blue spheres labeled &quot;Na+&quot; representing sodium ions. Inside the nerve fiber, there are fewer blue spheres labeled &quot;Na+&quot; and several red spheres labeled &quot;K+&quot; representing potassium ions. This visually illustrates the difference in ion concentration inside and outside the nerve fiber as described in the context.">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